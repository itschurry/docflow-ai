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업로드 발표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DocFlow AI generated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핵심 메시지</a:t>
            </a:r>
          </a:p>
          <a:p>
            <a:pPr/>
            <a:r>
              <a:t>다음 단계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