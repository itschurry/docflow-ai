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발표자료 초안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DocFlow AI generated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과제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stub-response: task=generate_slide_outline request=make report excel and ppt</a:t>
            </a:r>
          </a:p>
          <a:p>
            <a:pPr/>
            <a:r>
              <a:t>stub-response: task=generate_slide_body request=make report excel and ppt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추진 내용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stub-response: task=generate_slide_body request=make report excel and ppt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