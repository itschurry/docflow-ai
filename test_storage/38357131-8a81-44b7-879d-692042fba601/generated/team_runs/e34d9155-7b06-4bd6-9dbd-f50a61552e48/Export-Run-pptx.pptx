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Export Run 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맑은 고딕"/>
              </a:rPr>
              <a:t>DocFlow AI 생성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핵심 내용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맑은 고딕"/>
              </a:rPr>
              <a:t>현재 작업 상태 문자열</a:t>
            </a:r>
          </a:p>
          <a:p>
            <a:pPr/>
            <a:r>
              <a:rPr>
                <a:latin typeface="맑은 고딕"/>
              </a:rPr>
              <a:t>발표 포인트: 현재 작업 상태 문자열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